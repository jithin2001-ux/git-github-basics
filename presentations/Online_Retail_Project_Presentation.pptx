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Online Retail Sales Performance &amp; Customer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Data Analytics Project</a:t>
            </a:r>
          </a:p>
          <a:p>
            <a:r>
              <a:t>Jithin K Thankachan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Analyze historical online retail transactions to understand sales performance.</a:t>
            </a:r>
          </a:p>
          <a:p>
            <a:pPr>
              <a:spcAft>
                <a:spcPts val="1000"/>
              </a:spcAft>
              <a:defRPr sz="2200"/>
            </a:pPr>
            <a:r>
              <a:t>Identify sales trends, high-performing products, major markets, and customer patterns.</a:t>
            </a:r>
          </a:p>
          <a:p>
            <a:pPr>
              <a:spcAft>
                <a:spcPts val="1000"/>
              </a:spcAft>
              <a:defRPr sz="2200"/>
            </a:pPr>
            <a:r>
              <a:t>Use Python for analysis and Power BI for interactive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Online Retail dataset from the UCI Machine Learning Repository.</a:t>
            </a:r>
          </a:p>
          <a:p>
            <a:pPr>
              <a:spcAft>
                <a:spcPts val="1000"/>
              </a:spcAft>
              <a:defRPr sz="2200"/>
            </a:pPr>
            <a:r>
              <a:t>Original dataset: 541,909 records and 8 columns.</a:t>
            </a:r>
          </a:p>
          <a:p>
            <a:pPr>
              <a:spcAft>
                <a:spcPts val="1000"/>
              </a:spcAft>
              <a:defRPr sz="2200"/>
            </a:pPr>
            <a:r>
              <a:t>Tools: Python, Pandas, NumPy, Matplotlib, Jupyter Notebook, Power BI, Git/GitHub.</a:t>
            </a:r>
          </a:p>
          <a:p>
            <a:pPr>
              <a:spcAft>
                <a:spcPts val="1000"/>
              </a:spcAft>
              <a:defRPr sz="2200"/>
            </a:pPr>
            <a:r>
              <a:t>Cleaned dataset: 524,878 valid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Removed duplicates, cancelled invoices, missing descriptions, negative quantities, and non-positive unit prices.</a:t>
            </a:r>
          </a:p>
          <a:p>
            <a:pPr>
              <a:spcAft>
                <a:spcPts val="1000"/>
              </a:spcAft>
              <a:defRPr sz="2200"/>
            </a:pPr>
            <a:r>
              <a:t>Created SalesAmount = Quantity × UnitPrice.</a:t>
            </a:r>
          </a:p>
          <a:p>
            <a:pPr>
              <a:spcAft>
                <a:spcPts val="1000"/>
              </a:spcAft>
              <a:defRPr sz="2200"/>
            </a:pPr>
            <a:r>
              <a:t>Performed descriptive statistics, correlation analysis, monthly trend analysis, and IQR outlier analysis.</a:t>
            </a:r>
          </a:p>
          <a:p>
            <a:pPr>
              <a:spcAft>
                <a:spcPts val="1000"/>
              </a:spcAft>
              <a:defRPr sz="2200"/>
            </a:pPr>
            <a:r>
              <a:t>Total cleaned sales: £10.64M.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Visual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November 2011 recorded the highest monthly sales: £1,503,866.78.</a:t>
            </a:r>
          </a:p>
          <a:p>
            <a:pPr>
              <a:spcAft>
                <a:spcPts val="1000"/>
              </a:spcAft>
              <a:defRPr sz="2200"/>
            </a:pPr>
            <a:r>
              <a:t>February 2011 recorded the lowest monthly sales: £522,545.56.</a:t>
            </a:r>
          </a:p>
          <a:p>
            <a:pPr>
              <a:spcAft>
                <a:spcPts val="1000"/>
              </a:spcAft>
              <a:defRPr sz="2200"/>
            </a:pPr>
            <a:r>
              <a:t>The United Kingdom was the dominant market.</a:t>
            </a:r>
          </a:p>
          <a:p>
            <a:pPr>
              <a:spcAft>
                <a:spcPts val="1000"/>
              </a:spcAft>
              <a:defRPr sz="2200"/>
            </a:pPr>
            <a:r>
              <a:t>A small group of products contributed substantially to sales.</a:t>
            </a:r>
          </a:p>
          <a:p>
            <a:pPr>
              <a:spcAft>
                <a:spcPts val="1000"/>
              </a:spcAft>
              <a:defRPr sz="2200"/>
            </a:pPr>
            <a:r>
              <a:t>Sales were generally strongest on Tuesday and Thursday, with lower sales on Sunday.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KPI cards: Total Sales, Total Orders, and Total Customers.</a:t>
            </a:r>
          </a:p>
          <a:p>
            <a:pPr>
              <a:spcAft>
                <a:spcPts val="1000"/>
              </a:spcAft>
              <a:defRPr sz="2200"/>
            </a:pPr>
            <a:r>
              <a:t>Visuals: Monthly Sales Trend, Top 10 Products, Top 10 Countries, and Sales by Day of Week.</a:t>
            </a:r>
          </a:p>
          <a:p>
            <a:pPr>
              <a:spcAft>
                <a:spcPts val="1000"/>
              </a:spcAft>
              <a:defRPr sz="2200"/>
            </a:pPr>
            <a:r>
              <a:t>Interactive slicers: Invoice Date, Country, and Product Description.</a:t>
            </a:r>
          </a:p>
          <a:p>
            <a:pPr>
              <a:spcAft>
                <a:spcPts val="1000"/>
              </a:spcAft>
              <a:defRPr sz="2200"/>
            </a:pPr>
            <a:r>
              <a:t>Dashboard title: Online Retail Sales Performance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Prepare inventory, logistics, and seasonal marketing campaigns before high-sales periods, especially September-November.</a:t>
            </a:r>
          </a:p>
          <a:p>
            <a:pPr>
              <a:spcAft>
                <a:spcPts val="1000"/>
              </a:spcAft>
              <a:defRPr sz="2200"/>
            </a:pPr>
            <a:r>
              <a:t>Maintain stock of high-performing products and use them in promotions or bundles.</a:t>
            </a:r>
          </a:p>
          <a:p>
            <a:pPr>
              <a:spcAft>
                <a:spcPts val="1000"/>
              </a:spcAft>
              <a:defRPr sz="2200"/>
            </a:pPr>
            <a:r>
              <a:t>Strengthen the UK market while developing targeted strategies for promising international markets.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Sales performance is concentrated around specific periods, products, and markets.</a:t>
            </a:r>
          </a:p>
          <a:p>
            <a:pPr>
              <a:spcAft>
                <a:spcPts val="1000"/>
              </a:spcAft>
              <a:defRPr sz="2200"/>
            </a:pPr>
            <a:r>
              <a:t>The analysis provides practical evidence for inventory planning, marketing, product management, and market expansion.</a:t>
            </a:r>
          </a:p>
          <a:p>
            <a:pPr>
              <a:spcAft>
                <a:spcPts val="1000"/>
              </a:spcAft>
              <a:defRPr sz="2200"/>
            </a:pPr>
            <a:r>
              <a:t>The complete project is documented in the GitHub repository.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